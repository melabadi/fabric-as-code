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</a:rPr>
              <a:t>Fabric-as-Code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6616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</a:rPr>
              <a:t>Deploy Microsoft Fabric end-to-end — from nothing to a running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7EFE9"/>
                </a:solidFill>
              </a:rPr>
              <a:t>Azure CLI  ·  Bicep  ·  Fabric REST APIs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The problem: two control planes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Microsoft Fabric has two separate control planes — the portal covers neither repeatably: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555555"/>
                </a:solidFill>
              </a:rPr>
              <a:t>– Azure — the Fabric capacity (Microsoft.Fabric/capacities), the billable compute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555555"/>
                </a:solidFill>
              </a:rPr>
              <a:t>– Fabric — workspaces and items: Lakehouse, Warehouse, Notebook, Pipeline…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555555"/>
                </a:solidFill>
              </a:rPr>
              <a:t>– Data — objects inside an item, e.g. stored procedures in a Warehouse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ARM/portal cannot create workspaces or items — only the Fabric REST API can.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What this repo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One config file drives a fully working environment: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555555"/>
                </a:solidFill>
              </a:rPr>
              <a:t>– Provision a resource group + Fabric capacity (Bicep)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555555"/>
                </a:solidFill>
              </a:rPr>
              <a:t>– Create a Fabric workspace (REST)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555555"/>
                </a:solidFill>
              </a:rPr>
              <a:t>– Assign the workspace to the capacity (REST)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555555"/>
                </a:solidFill>
              </a:rPr>
              <a:t>– Deploy items — Lakehouse, Warehouse, Notebook, Data Pipeline (REST)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555555"/>
                </a:solidFill>
              </a:rPr>
              <a:t>– Deploy stored procedures into the Warehouse (T-SQL)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555555"/>
                </a:solidFill>
              </a:rPr>
              <a:t>– Optional: connect the workspace to Git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Every step is idempotent and parameter-driven — re-runnable and safe.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Repeatable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All tenant / subscription / secret values live in a git-ignored .env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Duplicate .env per environment: .env.dev, .env.customerA, …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Same scripts, different config → identical environment in any tenant / RG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Service-principal auth for CI/CD and multi-tenant automation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PowerShell and bash versions of every script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Public repo: contains no secrets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Fabric — workspace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Every item created via the Fabric REST API.</a:t>
            </a:r>
          </a:p>
        </p:txBody>
      </p:sp>
      <p:pic>
        <p:nvPicPr>
          <p:cNvPr id="5" name="Picture 4" descr="01-workspac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6654"/>
            <a:ext cx="11094415" cy="37448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Fabric — Lakehouse with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orders_bronze Delta table, written by the notebook run (5 rows).</a:t>
            </a:r>
          </a:p>
        </p:txBody>
      </p:sp>
      <p:pic>
        <p:nvPicPr>
          <p:cNvPr id="5" name="Picture 4" descr="02-lakehouse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07079"/>
            <a:ext cx="11094415" cy="25240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Fabric — Notebook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nb_demo_load, bound to the Lakehouse, writes the demo dataset with PySpark.</a:t>
            </a:r>
          </a:p>
        </p:txBody>
      </p:sp>
      <p:pic>
        <p:nvPicPr>
          <p:cNvPr id="5" name="Picture 4" descr="03-note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8193511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Fabric — Data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Wait → Run Notebook (design), and a Succeeded run.</a:t>
            </a:r>
          </a:p>
        </p:txBody>
      </p:sp>
      <p:pic>
        <p:nvPicPr>
          <p:cNvPr id="5" name="Picture 4" descr="04-pipeline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30770"/>
            <a:ext cx="5410047" cy="3276620"/>
          </a:xfrm>
          <a:prstGeom prst="rect">
            <a:avLst/>
          </a:prstGeom>
        </p:spPr>
      </p:pic>
      <p:pic>
        <p:nvPicPr>
          <p:cNvPr id="6" name="Picture 5" descr="05-pipeline-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3484842"/>
            <a:ext cx="5410047" cy="11684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Azure — Fabric capacity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The billable Microsoft.Fabric/capacities resource (F2), deployed by Bicep.</a:t>
            </a:r>
          </a:p>
        </p:txBody>
      </p:sp>
      <p:pic>
        <p:nvPicPr>
          <p:cNvPr id="5" name="Picture 4" descr="06-azure-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36686"/>
            <a:ext cx="11094415" cy="14647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What you can build on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Medallion data platform — Lakehouse (bronze/silver/gold) + Spark notebooks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SQL warehousing — Warehouse with versioned schema, tables &amp; stored procedures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Orchestration — Data Pipelines chaining notebooks, copies &amp; procs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Promotion — Git integration + deployment pipelines (dev → test → prod)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Governance as code — capacity sizing, admins and RBAC in source control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73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git clone https://github.com/&lt;owner&gt;/fabric-as-code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cp .env.example .env   (fill in tenant / subscription / capacity)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pwsh ./scripts/powershell/deploy-all.ps1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…or  ./scripts/bash/deploy-all.sh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02020"/>
                </a:solidFill>
              </a:rPr>
              <a:t>• Tear it all down with 99-teardown.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