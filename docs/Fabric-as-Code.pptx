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</a:rPr>
              <a:t>Fabric-as-Code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Deploy Microsoft Fabric end-to-end — from nothing to a running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7EFE9"/>
                </a:solidFill>
              </a:rPr>
              <a:t>Azure CLI  ·  Bicep  ·  Fabric REST APIs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problem: two control planes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40880"/>
                <a:gridCol w="2194560"/>
              </a:tblGrid>
              <a:tr h="128016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manages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Tooling here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Azure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Fabric capacity (Microsoft.Fabric/capacities) — billable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Bicep +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Fabric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Workspaces + items (Lakehouse, Warehouse, Notebook, Pipeline)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Fabric REST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Objects inside an item — e.g. stored procedures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T-SQL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building blocks — what each part does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3210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is / does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Capacity (F-SKU)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The compute every item runs on. Billed hourly; pause to stop.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Workspace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Logical container for items; must sit on a capacity.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OneLake files + Delta tables; auto SQL endpoint (read-only T-SQL).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Warehouse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Full read/write T-SQL engine: tables, views, stored procs, transactions.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Spark/PySpark compute; bound to a Lakehouse to read/write tables.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Data Pipeline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Orchestrator chaining notebooks, copies and stored procedures.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automation does (6 steps)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Provision resource group + Fabric capacity — 02 → infra/capacity.bicep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Create the workspace — 03 → POST /v1/workspaces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Assign workspace to capacity — 04 → assignToCapacity (unlocks items)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Deploy items — 05 → Lakehouse, Warehouse, Notebook, Pipeline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Deploy stored procedures — 06 → T-SQL to the Warehouse SQL endpoint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Optional: connect to Git — 07 → workspace under source control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Run individually to learn, or all at once with deploy-all.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deployment scripts (PowerShell + bash)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00-prerequisites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Checks az, pwsh/bash, sqlcmd, and login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01-login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az login — interactive or service principal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02-provision-capacity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Bicep deploy of the Fabric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03 / 04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Create workspace · assign it to the capacity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05-deploy-items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Create the four items from definition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06-deploy-stored-procedures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Run T-SQL against the Warehouse (Entra token)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99-teardown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Delete the workspace and the resource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it stays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Idempotent — existing workspaces/items are detected and reused, not duplicated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State — resolved GUIDs saved to .state.json between steps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Auth — one az session mints tokens for Fabric and SQL; no extra tooling for procs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Long-running ops — REST helper polls Operation-Location until Succeeded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Templated definitions — __TOKENS__ in notebook/pipeline JSON become real GUIDs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Portable — same definitions deploy into any workspace/tenant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Repeatable across tenants &amp;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All tenant / subscription / secret values live in a git-ignored .env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Duplicate per environment: .env.dev, .env.customerA, …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Same scripts, different config → identical environment anywhere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Service-principal auth for CI/CD and multi-tenant automation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Public repo: contains no secrets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workspace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Every item created via the Fabric REST API (Lakehouse + SQL endpoint, Warehouse, Notebook, Pipeline). Created by scripts 03–05.</a:t>
            </a:r>
          </a:p>
        </p:txBody>
      </p:sp>
      <p:pic>
        <p:nvPicPr>
          <p:cNvPr id="5" name="Picture 4" descr="01-workspac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6654"/>
            <a:ext cx="11094415" cy="37448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Lakehouse with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orders_bronze Delta table (5 rows), written by the notebook run — the bronze landing layer. The auto SQL endpoint enables read-only T-SQL / BI.</a:t>
            </a:r>
          </a:p>
        </p:txBody>
      </p:sp>
      <p:pic>
        <p:nvPicPr>
          <p:cNvPr id="5" name="Picture 4" descr="02-lakehou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07079"/>
            <a:ext cx="11094415" cy="25240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nb_demo_load: PySpark builds the dataset and saveAsTable writes it to the attached Lakehouse. The Lakehouse binding is injected at deploy time.</a:t>
            </a:r>
          </a:p>
        </p:txBody>
      </p:sp>
      <p:pic>
        <p:nvPicPr>
          <p:cNvPr id="5" name="Picture 4" descr="03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819351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Design: Wait → Run Notebook (success dependency). Run: Succeeded. Orchestration that executed the notebook and populated the Delta table.</a:t>
            </a:r>
          </a:p>
        </p:txBody>
      </p:sp>
      <p:pic>
        <p:nvPicPr>
          <p:cNvPr id="5" name="Picture 4" descr="04-pipeline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30770"/>
            <a:ext cx="5410047" cy="3276620"/>
          </a:xfrm>
          <a:prstGeom prst="rect">
            <a:avLst/>
          </a:prstGeom>
        </p:spPr>
      </p:pic>
      <p:pic>
        <p:nvPicPr>
          <p:cNvPr id="6" name="Picture 5" descr="05-pipeline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484842"/>
            <a:ext cx="5410047" cy="11684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Azure —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The billable Microsoft.Fabric/capacities resource (F2) — the compute all items run on. Deployed by Bicep; pause to stop hourly billing.</a:t>
            </a:r>
          </a:p>
        </p:txBody>
      </p:sp>
      <p:pic>
        <p:nvPicPr>
          <p:cNvPr id="5" name="Picture 4" descr="06-azure-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6686"/>
            <a:ext cx="11094415" cy="14647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 can build on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Medallion platform — Lakehouse bronze/silver/gold + Spark notebooks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SQL warehousing — Warehouse with versioned schema, tables &amp; stored procedures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Orchestration — Pipelines chaining notebooks, copies &amp; procedures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Promotion — Git integration + deployment pipelines (dev → test → prod)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Governance as code — capacity sizing, admins &amp; RBAC in source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git clone https://github.com/&lt;owner&gt;/fabric-as-code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cp .env.example .env   (fill in tenant / subscription / capacity)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pwsh ./scripts/powershell/deploy-all.ps1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…or  ./scripts/bash/deploy-all.sh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Tear it all down with 99-teardown.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